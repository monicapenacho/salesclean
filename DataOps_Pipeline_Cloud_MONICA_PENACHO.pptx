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621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Bienvenidos. Hoy os voy a contar cómo diseñar un pipeline de datos en cloud usando DataOps y GitHub Actions. Usaremos un caso súper sencillo para que todos los conceptos queden claros.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Preguntad a los alumnos: ¿qué creéis que pasa si los datos llegan mal a un modelo de ML? DataOps evita exactamente ese problema. No es una herramienta, es una forma de trabajar.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muy real: datos sucios cada mañana. Alguien los limpia a mano. DataOps automatiza eso. Vamos a ver cómo.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Señalad cada caja. El flujo es lineal y fácil: datos entran sucios, salen limpios. GitHub Actions es el director de orquesta que activa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Fijaos en cómo el YAML define CUÁNDO y QUÉ hacer. Esto es automatización pura. Sin este fichero, alguien tendría que acordarse de ejecutar el script cada mañana.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líneas de Python hacen en segundos lo que antes costaba 1 hora. Y esto se ejecuta automáticamente cada noche gracias al YAML que vimos 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secreto más importante: NUNCA poner credenciales en el código. GitHub Secrets es el lugar correcto. Esto es básico de seguridad en DataOps.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nos permite entregar algo funcional cada semana. El cliente (o el profesor) puede ver el avance. Si algo no funciona, lo detectamos rápido y lo ajustamos.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métricas cuentan la historia: 1 hora de trabajo manual convertida en 45 segundos automáticos. Eso es el valor real de DataOps. Las mejoras son honestas: no todo es perfecto en un primer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final para los alumnos: DataOps no es magia. Es automatización + buenas prácticas + trabajo en equipo. Con GitHub Actions y 30 líneas de Python, ya tenéis un pipeline real en cloud.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Pipeline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Cloud con GitHub Actions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233172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Empresa: </a:t>
            </a:r>
            <a:r>
              <a:rPr lang="en-US" sz="1300" dirty="0" err="1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  <a:r>
              <a:rPr lang="en-US" sz="1300" dirty="0">
                <a:solidFill>
                  <a:srgbClr val="8AA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Equipo: DataFlow Juniors  ·  Proyecto: SalesClean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VIU - </a:t>
            </a:r>
            <a:r>
              <a:rPr lang="es-E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de desarrollo y despliegue de aplicaciones para ciencia de datos</a:t>
            </a:r>
          </a:p>
          <a:p>
            <a:r>
              <a:rPr lang="es-E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2</a:t>
            </a:r>
          </a:p>
          <a:p>
            <a:r>
              <a:rPr lang="es-ES" sz="1100" i="1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Mónica Penacho Collado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— ¿Qué es DataOps?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· Conceptos clave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889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Es una metodología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DevOps, pero para datos. Une desarrollo, operaciones y calidad en un flujo continuo y automatizado.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889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278892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Automatiza el ciclo de datos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llegan los datos en bruto hasta que están limpios y listos para análisis o consumo.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27889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34440"/>
            <a:ext cx="278892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Objetivo principal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datos de calidad de forma rápida, fiable y repetible. Sin scripts sueltos ni procesos manuales.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C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 =  Datos de calidad + Automatización + Trabajo en equipo ágil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— El Proyecto: SalesClean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· Equipo y problema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El Equipo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DataFlow Juniors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personas: 2 data engineers + 1 data analyst + 1 QA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— 3 semanas de desarrollo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Scrum (sprints de 1 semana)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20624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206240" cy="54864"/>
          </a:xfrm>
          <a:prstGeom prst="rect">
            <a:avLst/>
          </a:prstGeom>
          <a:solidFill>
            <a:srgbClr val="F4C753"/>
          </a:solidFill>
          <a:ln w="12700">
            <a:solidFill>
              <a:srgbClr val="F4C7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98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El Problema Real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online recibe cada noche un CSV de ventas del día. El problema: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Hay filas duplicadas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Precios negativos o en blanco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El equipo limpia los datos a mano cada mañana (¡1 hora perdida!)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Solución: automatizar con un pipeline DataOps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846320"/>
            <a:ext cx="8595360" cy="164592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7375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GitHub 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487375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+ Pandas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18304" y="487375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Azure Blob Storage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94576" y="487375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Git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Arquitectura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 · Diagrama y flujo de datos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4173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4173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74320" y="1947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7360" y="2125980"/>
            <a:ext cx="28575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3966" y="206197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8830" y="1417320"/>
            <a:ext cx="1417320" cy="1417320"/>
          </a:xfrm>
          <a:prstGeom prst="rect">
            <a:avLst/>
          </a:prstGeom>
          <a:solidFill>
            <a:srgbClr val="E8FDF4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68830" y="1417320"/>
            <a:ext cx="14173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883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68830" y="1947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14550" y="2286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YAML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31870" y="2125980"/>
            <a:ext cx="28575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8476" y="206197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3340" y="1417320"/>
            <a:ext cx="1417320" cy="1417320"/>
          </a:xfrm>
          <a:prstGeom prst="rect">
            <a:avLst/>
          </a:prstGeom>
          <a:solidFill>
            <a:srgbClr val="FDF8E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63340" y="1417320"/>
            <a:ext cx="14173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633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63340" y="1947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09060" y="2286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Pandas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26380" y="2125980"/>
            <a:ext cx="28575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2986" y="206197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7850" y="1417320"/>
            <a:ext cx="1417320" cy="1417320"/>
          </a:xfrm>
          <a:prstGeom prst="rect">
            <a:avLst/>
          </a:prstGeom>
          <a:solidFill>
            <a:srgbClr val="F8E8FD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57850" y="1417320"/>
            <a:ext cx="14173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785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657850" y="1947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03570" y="2286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datos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20890" y="2125980"/>
            <a:ext cx="28575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97496" y="206197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1417320"/>
            <a:ext cx="1417320" cy="1417320"/>
          </a:xfrm>
          <a:prstGeom prst="rect">
            <a:avLst/>
          </a:prstGeom>
          <a:solidFill>
            <a:srgbClr val="FDE8E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52360" y="1417320"/>
            <a:ext cx="14173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452360" y="19476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98080" y="22860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417320" y="1280160"/>
            <a:ext cx="256032" cy="25603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11830" y="1280160"/>
            <a:ext cx="256032" cy="25603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1183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06340" y="1280160"/>
            <a:ext cx="256032" cy="25603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0634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00850" y="1280160"/>
            <a:ext cx="256032" cy="25603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085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95360" y="1280160"/>
            <a:ext cx="256032" cy="25603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1280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108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114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Coste → Gratis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11480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gratuito para repos públicos. Azure Blob Storage tier frío = muy barato.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46120" y="3108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3832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Simplicidad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383280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legible. Script Python de ~30 líneas. Sin servidores que gestionar.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3108960"/>
            <a:ext cx="2788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355080" y="32004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Automatización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355080" y="3611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diario o push al repo. Sin intervención humana.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Implementación — GitHub Actions (Snippet 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· El corazón del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291840" cy="3657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este YAML?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cada día a las 2:00 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activa con cada push al repo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Python y las librerías necesarias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el script de limpieza de datos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resultado a Azure Blob Storage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4709160"/>
            <a:ext cx="329184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09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Esto es todo lo que GitHub Actions necesita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5029200" cy="3794760"/>
          </a:xfrm>
          <a:prstGeom prst="rect">
            <a:avLst/>
          </a:prstGeom>
          <a:solidFill>
            <a:srgbClr val="1E2A38"/>
          </a:solidFill>
          <a:ln w="12700">
            <a:solidFill>
              <a:srgbClr val="3A4F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12618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2618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12618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0208" y="1444752"/>
            <a:ext cx="4809744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.github/workflows/dataops.yml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Pipeline SalesClean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schedule: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cron: '0 2 * * *'   # cada día 2AM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clean-data: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python-version: '3.11'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pandas azure-storage-blob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python scripts/clean_sales.py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Implementación — Script Python (Snippet 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· Limpieza de datos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5029200" cy="3794760"/>
          </a:xfrm>
          <a:prstGeom prst="rect">
            <a:avLst/>
          </a:prstGeom>
          <a:solidFill>
            <a:srgbClr val="1E2A38"/>
          </a:solidFill>
          <a:ln w="12700">
            <a:solidFill>
              <a:srgbClr val="3A4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618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618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4809744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scripts/clean_sales.py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Cargamos los datos en bruto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pd.read_csv('data/ventas_dia.csv')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print(f'Filas brutas: {len(df)}')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Eliminamos duplicados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Quitamos precios inválidos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df[df['precio'] &gt; 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Rellenamos cantidades nulas con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df['cantidad'] = df['cantidad'].fillna(0)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Guardamos datos limpios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df.to_csv('data/ventas_limpio.csv', index=False)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print(f'Filas limpias: {len(df)}')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23444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216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Cargamos el CSV con Pandas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42432" y="1581912"/>
            <a:ext cx="0" cy="329184"/>
          </a:xfrm>
          <a:prstGeom prst="line">
            <a:avLst/>
          </a:prstGeom>
          <a:noFill/>
          <a:ln w="19050">
            <a:solidFill>
              <a:srgbClr val="17A8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956816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938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18541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elimina filas repetidas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42432" y="2304288"/>
            <a:ext cx="0" cy="329184"/>
          </a:xfrm>
          <a:prstGeom prst="line">
            <a:avLst/>
          </a:prstGeom>
          <a:noFill/>
          <a:ln w="19050">
            <a:solidFill>
              <a:srgbClr val="17A8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679192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26609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29077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Filtramos precios negativos o cero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42432" y="3026664"/>
            <a:ext cx="0" cy="329184"/>
          </a:xfrm>
          <a:prstGeom prst="line">
            <a:avLst/>
          </a:prstGeom>
          <a:noFill/>
          <a:ln w="19050">
            <a:solidFill>
              <a:srgbClr val="17A8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401568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3383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Rellenar nulos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3630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fillna(0) para datos vacíos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42432" y="3749040"/>
            <a:ext cx="0" cy="329184"/>
          </a:xfrm>
          <a:prstGeom prst="line">
            <a:avLst/>
          </a:prstGeom>
          <a:noFill/>
          <a:ln w="19050">
            <a:solidFill>
              <a:srgbClr val="17A89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4123944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035040" y="4105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43525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limpio listo para análisis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Implementación — Subida a Cloud + Retos (Snippet 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389120" cy="2011680"/>
          </a:xfrm>
          <a:prstGeom prst="rect">
            <a:avLst/>
          </a:prstGeom>
          <a:solidFill>
            <a:srgbClr val="1E2A38"/>
          </a:solidFill>
          <a:ln w="12700">
            <a:solidFill>
              <a:srgbClr val="3A4F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61872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61872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261872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44752"/>
            <a:ext cx="4169664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Subir CSV limpio a Azure Blob Storage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azure.storage.blob import BlobServiceClient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conn_str = os.environ['AZURE_CONN_STR']  # secret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BlobServiceClient.from_connection_string(conn_str)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blob = client.get_blob_client(container='sales', blob='limpio.csv')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open('data/ventas_limpio.csv', 'rb') as f: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blob.upload_blob(f, overwrite=True)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print('✅ Datos subidos a Azure')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Dificultades típicas y soluciones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3840480"/>
            <a:ext cx="2788920" cy="1051560"/>
          </a:xfrm>
          <a:prstGeom prst="rect">
            <a:avLst/>
          </a:prstGeom>
          <a:solidFill>
            <a:srgbClr val="FFF8EE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Credenciales expuestas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Guardar en GitHub Secrets, no en el código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840480"/>
            <a:ext cx="2788920" cy="1051560"/>
          </a:xfrm>
          <a:prstGeom prst="rect">
            <a:avLst/>
          </a:prstGeom>
          <a:solidFill>
            <a:srgbClr val="FFF8EE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Ruta de ficheros incorrecta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Usar paths relativos al repo, probar en local primero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2788920" cy="1051560"/>
          </a:xfrm>
          <a:prstGeom prst="rect">
            <a:avLst/>
          </a:prstGeom>
          <a:solidFill>
            <a:srgbClr val="FFF8EE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39044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Librerías no instaladas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4251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Añadir pip install en el step del YAML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Metodología Ágil — SCRUM aplicado al proyecto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645920" cy="1280160"/>
          </a:xfrm>
          <a:prstGeom prst="rect">
            <a:avLst/>
          </a:prstGeom>
          <a:solidFill>
            <a:srgbClr val="E8F4FD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1965960"/>
            <a:ext cx="4114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68296" y="190195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325880"/>
            <a:ext cx="1645920" cy="1280160"/>
          </a:xfrm>
          <a:prstGeom prst="rect">
            <a:avLst/>
          </a:prstGeom>
          <a:solidFill>
            <a:srgbClr val="E8FDF4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1965960"/>
            <a:ext cx="4114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190195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25880"/>
            <a:ext cx="1645920" cy="1280160"/>
          </a:xfrm>
          <a:prstGeom prst="rect">
            <a:avLst/>
          </a:prstGeom>
          <a:solidFill>
            <a:srgbClr val="FDF8E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semana)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4114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65976" y="1901952"/>
            <a:ext cx="9144" cy="12801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325880"/>
            <a:ext cx="1645920" cy="1280160"/>
          </a:xfrm>
          <a:prstGeom prst="rect">
            <a:avLst/>
          </a:prstGeom>
          <a:solidFill>
            <a:srgbClr val="F4FDE8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0840" y="1874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(Demo)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28346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Backlog del proyecto (ejemplo)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8595360" cy="1737360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 de Usuario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data engineer, quiero limpiar duplicados automáticamente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Hecho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analista, quiero que los datos lleguen a Azure cada mañana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Hecho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equipo, quiero alertas si el pipeline falla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🔄 En curso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analista, quiero dashboard de calidad de datos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6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📋 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Resultados y Métricas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7A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minutos · ¿Qué conseguimos?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manual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día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33172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limpieza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2344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307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1h/día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trabajo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023360" cy="2514600"/>
          </a:xfrm>
          <a:prstGeom prst="rect">
            <a:avLst/>
          </a:prstGeom>
          <a:solidFill>
            <a:srgbClr val="E8FDF4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4023360" cy="64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328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Qué funciona bien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 ejecuta automáticamente cada noche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y validación sin intervención humana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Azure disponibles en &lt;1 minuto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GitHub Actions para auditoría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423160"/>
            <a:ext cx="4297680" cy="2514600"/>
          </a:xfrm>
          <a:prstGeom prst="rect">
            <a:avLst/>
          </a:prstGeom>
          <a:solidFill>
            <a:srgbClr val="FFF8EE"/>
          </a:solidFill>
          <a:ln w="12700">
            <a:solidFill>
              <a:srgbClr val="D8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423160"/>
            <a:ext cx="4297680" cy="64008"/>
          </a:xfrm>
          <a:prstGeom prst="rect">
            <a:avLst/>
          </a:prstGeom>
          <a:solidFill>
            <a:srgbClr val="F4C753"/>
          </a:solidFill>
          <a:ln w="12700">
            <a:solidFill>
              <a:srgbClr val="F4C7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32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Qué mejoraríamos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297180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alertas por email si el pipeline falla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métricas de calidad de datos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en el script Python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múltiples formatos de entrada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C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automatiza el trabajo sucio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limpios llegan solos. Sin procesos manuales ni errores humanos.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C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es el orquestador clave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22677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fichero YAML define cuándo y qué ejecutar. Sin servidores propios.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437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C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cloud simplifica el almacenamiento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16382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 es barato, escalable y accesible desde cualquier herramienta.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73989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C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hace visible el progreso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405993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cortos = entregas reales cada semana. El equipo sabe siempre dónde está.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Próximos pasos: añadir alertas · tests unitarios · dashboard de calidad · soporte multi-formato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1499</Words>
  <Application>Microsoft Office PowerPoint</Application>
  <PresentationFormat>Presentación en pantalla (16:9)</PresentationFormat>
  <Paragraphs>242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DataOps Pipeline en Cloud</dc:title>
  <dc:subject>PptxGenJS Presentation</dc:subject>
  <dc:creator>PptxGenJS</dc:creator>
  <cp:lastModifiedBy>Monica Penacho Collado</cp:lastModifiedBy>
  <cp:revision>3</cp:revision>
  <dcterms:created xsi:type="dcterms:W3CDTF">2026-05-02T14:11:26Z</dcterms:created>
  <dcterms:modified xsi:type="dcterms:W3CDTF">2026-05-02T21:43:42Z</dcterms:modified>
</cp:coreProperties>
</file>